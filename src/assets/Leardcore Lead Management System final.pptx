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3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cbe6f87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cbe6f87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dcbe6f87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dcbe6f87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dcbe6f87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dcbe6f87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94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87710"/>
            <a:ext cx="5238750" cy="459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87710"/>
            <a:ext cx="5238750" cy="459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62025" y="255835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 Architects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62025" y="4775745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Responsible for robust API architecture, database management, and server-side logic.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772275" y="246310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 Wizards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772275" y="4870995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Crafting intuitive user interfaces and ensuring seamless user experiences.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5678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628775" y="3137445"/>
            <a:ext cx="3790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Pradunya Singh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Team Leader &amp; Backend Dev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628775" y="3937545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Vinod Rayka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Backend Developer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47263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439025" y="3042195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Parth Pahare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Frontend Developer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439025" y="3537495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Vishvjeet Rathore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Frontend Developer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439025" y="4032795"/>
            <a:ext cx="379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Vaishnavi Kumawat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- Jr. Frontend Developer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Meet the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Lead Legends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3025" y="31755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3025" y="39756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275" y="30802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275" y="35755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275" y="40708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F48CE7-03E9-A61C-B171-66DC53305A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210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9163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38250" y="231070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Loss: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Without a centralized system, up to 60% of potential leads are lost in scattered spreadsheets and sticky notes.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38250" y="341560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Slow Response: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Manual entry delays follow-up times, directly impacting conversion rates.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38250" y="421570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Lack of 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Impossible to track which marketing channels are performing without real-time analytics.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38250" y="501580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Inefficiency: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Sales teams spend more time on data entry than on closing deals.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Chaos of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Manual Management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3488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4537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2538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05390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762000"/>
            <a:ext cx="520065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Introducing </a:t>
            </a:r>
            <a:r>
              <a:rPr lang="en-US" sz="39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Leadcore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065883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Leadcore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a comprehensive Lead Management System designed to bring order to chaos.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3056483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platform centralizes lead capture, automates assignment, and provides actionable insights in real-time. By eliminating manual bottlenecks, we empower your team to focus on what matters most: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Converting Leads.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647158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Zero Leakage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035748"/>
            <a:ext cx="281035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Instant Assignment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424338"/>
            <a:ext cx="28003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Real-time Tracking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668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4527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33863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1. Admin (The Orchestrator)&#10;&#10;The Admin holds the highest level of access and focuses on the system’s configuration and overall health.&#10;&#10;    User Management: Creating, updating, and deactivating accounts for Managers and Executives.&#10;&#10;    System Configuration: Setting up lead sources (Web, Social Media, Manual), defining lead statuses, and managing integration settings.&#10;&#10;    Data Oversight: Access to the full database for auditing, bulk data imports/exports, and ensuring data integrity.&#10;&#10;    Security &amp; Permissions: Managing Role-Based Access Control (RBAC) to ensure users only see what they are supposed to.&#10;&#10;2. Manager (The Strategist)&#10;&#10;The Manager bridges the gap between high-level goals and daily operations, focusing on team performance and lead distribution.&#10;&#10;    Lead Allocation: Assigning incoming leads to specific Sales Executives based on workload or expertise.&#10;&#10;    Performance Monitoring: Tracking team KPIs, conversion rates, and response times through dashboards.&#10;&#10;    Pipeline Review: Monitoring the entire sales funnel to identify bottlenecks where leads might be getting &quot;stuck.&quot;&#10;&#10;    Approval Workflow: Reviewing and approving high-value deals or specific status changes submitted by executives.&#10;&#10;3. Sales Executive / Self-Executive (The Closer)&#10;&#10;The Executive is the &quot;boots on the ground&quot; role, focused on direct interaction and moving individual leads through the funnel.&#10;&#10;    Lead Engagement: Following up with assigned leads via calls, emails, or messages.&#10;&#10;    Status Updates: Moving leads through stages (e.g., New → Contacted → Qualified → Closed).&#10;&#10;    Activity Logging: Keeping a detailed history of every interaction to ensure no context is lost.&#10;&#10;    Personal Dashboard: Managing a personal &quot;To-Do&quot; list and tracking individual targets and follow-up reminder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1. Admin (The Orchestrator)&#10;&#10;The Admin holds the highest level of access and focuses on the system’s configuration and overall health.&#10;&#10;    User Management: Creating, updating, and deactivating accounts for Managers and Executives.&#10;&#10;    System Configuration: Setting up lead sources (Web, Social Media, Manual), defining lead statuses, and managing integration settings.&#10;&#10;    Data Oversight: Access to the full database for auditing, bulk data imports/exports, and ensuring data integrity.&#10;&#10;    Security &amp; Permissions: Managing Role-Based Access Control (RBAC) to ensure users only see what they are supposed to.&#10;&#10;2. Manager (The Strategist)&#10;&#10;The Manager bridges the gap between high-level goals and daily operations, focusing on team performance and lead distribution.&#10;&#10;    Lead Allocation: Assigning incoming leads to specific Sales Executives based on workload or expertise.&#10;&#10;    Performance Monitoring: Tracking team KPIs, conversion rates, and response times through dashboards.&#10;&#10;    Pipeline Review: Monitoring the entire sales funnel to identify bottlenecks where leads might be getting &quot;stuck.&quot;&#10;&#10;    Approval Workflow: Reviewing and approving high-value deals or specific status changes submitted by executives.&#10;&#10;3. Sales Executive / Self-Executive (The Closer)&#10;&#10;The Executive is the &quot;boots on the ground&quot; role, focused on direct interaction and moving individual leads through the funnel.&#10;&#10;    Lead Engagement: Following up with assigned leads via calls, emails, or messages.&#10;&#10;    Status Updates: Moving leads through stages (e.g., New → Contacted → Qualified → Closed).&#10;&#10;    Activity Logging: Keeping a detailed history of every interaction to ensure no context is lost.&#10;&#10;    Personal Dashboard: Managing a personal &quot;To-Do&quot; list and tracking individual targets and follow-up reminder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1. Admin (The Orchestrator)&#10;&#10;The Admin holds the highest level of access and focuses on the system’s configuration and overall health.&#10;&#10;    User Management: Creating, updating, and deactivating accounts for Managers and Executives.&#10;&#10;    System Configuration: Setting up lead sources (Web, Social Media, Manual), defining lead statuses, and managing integration settings.&#10;&#10;    Data Oversight: Access to the full database for auditing, bulk data imports/exports, and ensuring data integrity.&#10;&#10;    Security &amp; Permissions: Managing Role-Based Access Control (RBAC) to ensure users only see what they are supposed to.&#10;&#10;2. Manager (The Strategist)&#10;&#10;The Manager bridges the gap between high-level goals and daily operations, focusing on team performance and lead distribution.&#10;&#10;    Lead Allocation: Assigning incoming leads to specific Sales Executives based on workload or expertise.&#10;&#10;    Performance Monitoring: Tracking team KPIs, conversion rates, and response times through dashboards.&#10;&#10;    Pipeline Review: Monitoring the entire sales funnel to identify bottlenecks where leads might be getting &quot;stuck.&quot;&#10;&#10;    Approval Workflow: Reviewing and approving high-value deals or specific status changes submitted by executives.&#10;&#10;3. Sales Executive / Self-Executive (The Closer)&#10;&#10;The Executive is the &quot;boots on the ground&quot; role, focused on direct interaction and moving individual leads through the funnel.&#10;&#10;    Lead Engagement: Following up with assigned leads via calls, emails, or messages.&#10;&#10;    Status Updates: Moving leads through stages (e.g., New → Contacted → Qualified → Closed).&#10;&#10;    Activity Logging: Keeping a detailed history of every interaction to ensure no context is lost.&#10;&#10;    Personal Dashboard: Managing a personal &quot;To-Do&quot; list and tracking individual targets and follow-up reminder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6360"/>
            <a:ext cx="3492549" cy="334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6360"/>
            <a:ext cx="3492549" cy="334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6360"/>
            <a:ext cx="3492549" cy="334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1163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866775" y="337363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Smart Capture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66775" y="3952726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Automatically ingest leads from web forms, emails, and landing pages. Eliminate manual data entry errors instantly.</a:t>
            </a:r>
            <a:endParaRPr/>
          </a:p>
        </p:txBody>
      </p:sp>
      <p:pic>
        <p:nvPicPr>
          <p:cNvPr id="165" name="Google Shape;16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1163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645074" y="337363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Intelligent Tracking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4645074" y="3952726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 lead status in real-time. Categorize leads as 'New', 'Contacted', 'Qualified', or 'Converted' with a simple click.</a:t>
            </a:r>
            <a:endParaRPr/>
          </a:p>
        </p:txBody>
      </p:sp>
      <p:pic>
        <p:nvPicPr>
          <p:cNvPr id="168" name="Google Shape;16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1163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8423374" y="337363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Visual Analytics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8423374" y="3952726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Comprehensive dashboards displaying conversion rates, team performance metrics, and lead source effectiveness.</a:t>
            </a:r>
            <a:endParaRPr/>
          </a:p>
        </p:txBody>
      </p:sp>
      <p:pic>
        <p:nvPicPr>
          <p:cNvPr id="171" name="Google Shape;17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3462" y="276403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7474" y="276403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56724" y="276403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Capabilities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535" y="1815031"/>
            <a:ext cx="11049000" cy="459878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2333625" y="5163442"/>
            <a:ext cx="7524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Leadcore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drastically reduces response times, leading to a 4x increase in conversion rates.</a:t>
            </a:r>
            <a:endParaRPr dirty="0"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Efficiency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Gains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6330" y="30974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69010" y="30974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1691" y="30974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4371" y="30974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002160"/>
            <a:ext cx="2430660" cy="235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44180" y="3002160"/>
            <a:ext cx="2430660" cy="235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6860" y="3002160"/>
            <a:ext cx="2430660" cy="235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89541" y="3002160"/>
            <a:ext cx="2430660" cy="235074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/>
          <p:nvPr/>
        </p:nvSpPr>
        <p:spPr>
          <a:xfrm>
            <a:off x="571500" y="314503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610745" y="3668910"/>
            <a:ext cx="23521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Scoring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66750" y="4152751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Predictive lead scoring to prioritize high-value prospects automatically.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3483426" y="3668910"/>
            <a:ext cx="23521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Omnichannel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3539430" y="4152751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Integration with WhatsApp Business and Social Media DMs.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56106" y="3668910"/>
            <a:ext cx="23521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Mobile App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412110" y="4152751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Native mobile application for sales agents on the move.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9228787" y="3668910"/>
            <a:ext cx="235216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Auto-Bot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284791" y="4152751"/>
            <a:ext cx="2240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 Chatbots for initial lead qualification and scheduling.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9655"/>
            <a:ext cx="110490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2109787" y="5949255"/>
            <a:ext cx="7972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Adopting </a:t>
            </a:r>
            <a:r>
              <a:rPr lang="en-US" sz="1500" b="0" i="1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Leadcore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projected to increase operational efficiency by 200% within the first year.</a:t>
            </a:r>
            <a:endParaRPr dirty="0"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413444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Projected </a:t>
            </a: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725" y="2379315"/>
            <a:ext cx="9734550" cy="20992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1595437" y="2960340"/>
            <a:ext cx="900112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Our Vision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809750" y="340221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redefine how businesses connect with their customers, turning every lead into a lasting relationship.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453628" y="2114550"/>
            <a:ext cx="495061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571500" y="3352800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571500" y="3848100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Team Lead Legends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571500" y="4533900"/>
            <a:ext cx="4714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backend@leadcore.com | frontend@leardcore.com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/>
          <p:nvPr/>
        </p:nvSpPr>
        <p:spPr>
          <a:xfrm>
            <a:off x="571500" y="27156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571500" y="35004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571500" y="3490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571500" y="3490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571500" y="42756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71500" y="42756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50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1666875" y="28585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https://media.istockphoto.com/id/1493901879/photo/business-man-tired.jpg?s=612x612&amp;w=0&amp;k=20&amp;c=YbFMnCJoqOBPU3XOFRliJnKIqb6VBhPuGM1f-8emdJQ=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1666875" y="31042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245" name="Google Shape;24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498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1666875" y="36433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https://images.ui8.net/uploads/1_1755282494178.png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1666875" y="38890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ui8.net</a:t>
            </a:r>
            <a:endParaRPr/>
          </a:p>
        </p:txBody>
      </p:sp>
      <p:pic>
        <p:nvPicPr>
          <p:cNvPr id="248" name="Google Shape;24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337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1666875" y="442808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https://media.istockphoto.com/id/635974450/photo/growing-business-through-strengthened-partnerships.jpg?s=612x612&amp;w=0&amp;k=20&amp;c=iYE4go5uLOlluk64dJZwb__R5eIAsN8D2iMRyS_p5c0=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1666875" y="487188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482</Words>
  <Application>Microsoft Office PowerPoint</Application>
  <PresentationFormat>Widescreen</PresentationFormat>
  <Paragraphs>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Urbanist</vt:lpstr>
      <vt:lpstr>Arial</vt:lpstr>
      <vt:lpstr>Calibri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Praduny singh patel</dc:creator>
  <cp:lastModifiedBy>praduny singh patel</cp:lastModifiedBy>
  <cp:revision>2</cp:revision>
  <dcterms:modified xsi:type="dcterms:W3CDTF">2026-02-11T09:40:57Z</dcterms:modified>
</cp:coreProperties>
</file>